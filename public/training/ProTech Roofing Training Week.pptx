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UobRHTVzTDfuEcKTgAT4il5OL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20634" y="1056904"/>
            <a:ext cx="641267" cy="534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838203" y="1056904"/>
            <a:ext cx="1199407" cy="9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0" y="0"/>
            <a:ext cx="2987807" cy="6858000"/>
            <a:chOff x="0" y="0"/>
            <a:chExt cx="2987807" cy="6858000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2434442" cy="6858000"/>
            </a:xfrm>
            <a:prstGeom prst="rect">
              <a:avLst/>
            </a:prstGeom>
            <a:solidFill>
              <a:srgbClr val="143C64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171717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788175" y="417983"/>
              <a:ext cx="1043428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204484" y="1999382"/>
              <a:ext cx="22022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Roofing Basics</a:t>
              </a: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2437919" y="922861"/>
              <a:ext cx="54988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143C64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443357" y="0"/>
            <a:ext cx="3012542" cy="6858000"/>
            <a:chOff x="7303326" y="0"/>
            <a:chExt cx="3012542" cy="6858000"/>
          </a:xfrm>
        </p:grpSpPr>
        <p:sp>
          <p:nvSpPr>
            <p:cNvPr id="92" name="Google Shape;92;p1"/>
            <p:cNvSpPr/>
            <p:nvPr/>
          </p:nvSpPr>
          <p:spPr>
            <a:xfrm>
              <a:off x="7303326" y="0"/>
              <a:ext cx="2434442" cy="6858000"/>
            </a:xfrm>
            <a:prstGeom prst="rect">
              <a:avLst/>
            </a:prstGeom>
            <a:solidFill>
              <a:srgbClr val="43AFE2"/>
            </a:solidFill>
            <a:ln cap="flat" cmpd="sng" w="19050">
              <a:solidFill>
                <a:srgbClr val="A3C5E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7938655" y="483298"/>
              <a:ext cx="1415141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</a:t>
              </a:r>
              <a:endParaRPr/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8025296" y="1995053"/>
              <a:ext cx="12418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Finance</a:t>
              </a: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9765980" y="902701"/>
              <a:ext cx="54988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43AFE2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318674" y="0"/>
            <a:ext cx="2994225" cy="6858000"/>
            <a:chOff x="4855539" y="0"/>
            <a:chExt cx="2994225" cy="6858000"/>
          </a:xfrm>
        </p:grpSpPr>
        <p:sp>
          <p:nvSpPr>
            <p:cNvPr id="97" name="Google Shape;97;p1"/>
            <p:cNvSpPr/>
            <p:nvPr/>
          </p:nvSpPr>
          <p:spPr>
            <a:xfrm>
              <a:off x="4855539" y="0"/>
              <a:ext cx="2434442" cy="6858000"/>
            </a:xfrm>
            <a:prstGeom prst="rect">
              <a:avLst/>
            </a:prstGeom>
            <a:solidFill>
              <a:srgbClr val="4892DC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5575467" y="483298"/>
              <a:ext cx="1241856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5467971" y="1995054"/>
              <a:ext cx="1241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Quoting</a:t>
              </a:r>
              <a:endParaRPr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7299876" y="902701"/>
              <a:ext cx="54988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4892DC"/>
            </a:solidFill>
            <a:ln cap="flat" cmpd="sng" w="19050">
              <a:solidFill>
                <a:srgbClr val="43AFE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78309" y="0"/>
            <a:ext cx="2970985" cy="6858000"/>
            <a:chOff x="2434442" y="0"/>
            <a:chExt cx="2970985" cy="6858000"/>
          </a:xfrm>
        </p:grpSpPr>
        <p:sp>
          <p:nvSpPr>
            <p:cNvPr id="102" name="Google Shape;102;p1"/>
            <p:cNvSpPr/>
            <p:nvPr/>
          </p:nvSpPr>
          <p:spPr>
            <a:xfrm>
              <a:off x="2434442" y="0"/>
              <a:ext cx="2434442" cy="6858000"/>
            </a:xfrm>
            <a:prstGeom prst="rect">
              <a:avLst/>
            </a:prstGeom>
            <a:solidFill>
              <a:srgbClr val="1F5C99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 txBox="1"/>
            <p:nvPr/>
          </p:nvSpPr>
          <p:spPr>
            <a:xfrm>
              <a:off x="3219994" y="483298"/>
              <a:ext cx="1049803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855539" y="922861"/>
              <a:ext cx="54988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1F5C99"/>
            </a:solidFill>
            <a:ln cap="flat" cmpd="sng" w="19050">
              <a:solidFill>
                <a:srgbClr val="1F5C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1"/>
          <p:cNvGrpSpPr/>
          <p:nvPr/>
        </p:nvGrpSpPr>
        <p:grpSpPr>
          <a:xfrm>
            <a:off x="641267" y="0"/>
            <a:ext cx="2992751" cy="6858000"/>
            <a:chOff x="9757559" y="0"/>
            <a:chExt cx="2992751" cy="6858000"/>
          </a:xfrm>
        </p:grpSpPr>
        <p:sp>
          <p:nvSpPr>
            <p:cNvPr id="106" name="Google Shape;106;p1"/>
            <p:cNvSpPr/>
            <p:nvPr/>
          </p:nvSpPr>
          <p:spPr>
            <a:xfrm>
              <a:off x="9757559" y="0"/>
              <a:ext cx="2434442" cy="6858000"/>
            </a:xfrm>
            <a:prstGeom prst="rect">
              <a:avLst/>
            </a:prstGeom>
            <a:solidFill>
              <a:srgbClr val="82CAEB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12200422" y="928798"/>
              <a:ext cx="54988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82CAEB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1"/>
          <p:cNvSpPr txBox="1"/>
          <p:nvPr/>
        </p:nvSpPr>
        <p:spPr>
          <a:xfrm>
            <a:off x="4169516" y="2367171"/>
            <a:ext cx="770381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Welcome to ProTech Roofing LLC Training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/>
        </p:nvSpPr>
        <p:spPr>
          <a:xfrm>
            <a:off x="320634" y="1056904"/>
            <a:ext cx="641267" cy="534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838203" y="1056904"/>
            <a:ext cx="1199407" cy="9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0" y="0"/>
            <a:ext cx="2987807" cy="6858000"/>
            <a:chOff x="0" y="0"/>
            <a:chExt cx="2987807" cy="6858000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2434442" cy="6858000"/>
            </a:xfrm>
            <a:prstGeom prst="rect">
              <a:avLst/>
            </a:prstGeom>
            <a:solidFill>
              <a:srgbClr val="143C64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171717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788175" y="417983"/>
              <a:ext cx="1043428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204484" y="1999382"/>
              <a:ext cx="22022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Roofing Basics</a:t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437919" y="922861"/>
              <a:ext cx="54988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143C64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7303326" y="0"/>
            <a:ext cx="3012542" cy="6858000"/>
            <a:chOff x="7303326" y="0"/>
            <a:chExt cx="3012542" cy="6858000"/>
          </a:xfrm>
        </p:grpSpPr>
        <p:sp>
          <p:nvSpPr>
            <p:cNvPr id="121" name="Google Shape;121;p2"/>
            <p:cNvSpPr/>
            <p:nvPr/>
          </p:nvSpPr>
          <p:spPr>
            <a:xfrm>
              <a:off x="7303326" y="0"/>
              <a:ext cx="2434442" cy="6858000"/>
            </a:xfrm>
            <a:prstGeom prst="rect">
              <a:avLst/>
            </a:prstGeom>
            <a:solidFill>
              <a:srgbClr val="43AFE2"/>
            </a:solidFill>
            <a:ln cap="flat" cmpd="sng" w="19050">
              <a:solidFill>
                <a:srgbClr val="A3C5E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7938649" y="483300"/>
              <a:ext cx="15972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</a:t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8025300" y="1995048"/>
              <a:ext cx="135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Finance</a:t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9765980" y="902701"/>
              <a:ext cx="54988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43AFE2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4855539" y="0"/>
            <a:ext cx="2994225" cy="6858000"/>
            <a:chOff x="4855539" y="0"/>
            <a:chExt cx="2994225" cy="6858000"/>
          </a:xfrm>
        </p:grpSpPr>
        <p:sp>
          <p:nvSpPr>
            <p:cNvPr id="126" name="Google Shape;126;p2"/>
            <p:cNvSpPr/>
            <p:nvPr/>
          </p:nvSpPr>
          <p:spPr>
            <a:xfrm>
              <a:off x="4855539" y="0"/>
              <a:ext cx="2434442" cy="6858000"/>
            </a:xfrm>
            <a:prstGeom prst="rect">
              <a:avLst/>
            </a:prstGeom>
            <a:solidFill>
              <a:srgbClr val="4892DC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5575467" y="483298"/>
              <a:ext cx="1241856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5467976" y="1995048"/>
              <a:ext cx="1518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Quoting</a:t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7299876" y="902701"/>
              <a:ext cx="54988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4892DC"/>
            </a:solidFill>
            <a:ln cap="flat" cmpd="sng" w="19050">
              <a:solidFill>
                <a:srgbClr val="43AFE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2434442" y="0"/>
            <a:ext cx="2970985" cy="6858000"/>
            <a:chOff x="2434442" y="0"/>
            <a:chExt cx="2970985" cy="6858000"/>
          </a:xfrm>
        </p:grpSpPr>
        <p:sp>
          <p:nvSpPr>
            <p:cNvPr id="131" name="Google Shape;131;p2"/>
            <p:cNvSpPr/>
            <p:nvPr/>
          </p:nvSpPr>
          <p:spPr>
            <a:xfrm>
              <a:off x="2434442" y="0"/>
              <a:ext cx="2434442" cy="6858000"/>
            </a:xfrm>
            <a:prstGeom prst="rect">
              <a:avLst/>
            </a:prstGeom>
            <a:solidFill>
              <a:srgbClr val="1F5C99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3219994" y="483298"/>
              <a:ext cx="1049803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2606875" y="1995055"/>
              <a:ext cx="208473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Measurement</a:t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855539" y="922861"/>
              <a:ext cx="54988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1F5C99"/>
            </a:solidFill>
            <a:ln cap="flat" cmpd="sng" w="19050">
              <a:solidFill>
                <a:srgbClr val="1F5C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2"/>
          <p:cNvGrpSpPr/>
          <p:nvPr/>
        </p:nvGrpSpPr>
        <p:grpSpPr>
          <a:xfrm>
            <a:off x="9757559" y="0"/>
            <a:ext cx="2992751" cy="6858000"/>
            <a:chOff x="9757559" y="0"/>
            <a:chExt cx="2992751" cy="6858000"/>
          </a:xfrm>
        </p:grpSpPr>
        <p:sp>
          <p:nvSpPr>
            <p:cNvPr id="136" name="Google Shape;136;p2"/>
            <p:cNvSpPr/>
            <p:nvPr/>
          </p:nvSpPr>
          <p:spPr>
            <a:xfrm>
              <a:off x="9757559" y="0"/>
              <a:ext cx="2434442" cy="6858000"/>
            </a:xfrm>
            <a:prstGeom prst="rect">
              <a:avLst/>
            </a:prstGeom>
            <a:solidFill>
              <a:srgbClr val="82CAEB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10600707" y="503458"/>
              <a:ext cx="909734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10519928" y="1993150"/>
              <a:ext cx="1100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Sales</a:t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2200422" y="928798"/>
              <a:ext cx="549888" cy="4846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82CAEB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2026-01-24T04:56:07Z</dcterms:created>
  <dc:creator>Steve Yeager</dc:creator>
</cp:coreProperties>
</file>